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183F05-95BA-DB56-AF36-106C7A36F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431102D-958F-D853-F942-9B52138B3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4A17B4-CA24-B968-FDD1-897C73427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EB55FD-C711-89EC-A055-63A35983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A9C84D-965F-8F2A-512E-AF9DC82A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1509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6B6544-177A-BE0C-3A0F-33AF56EE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D84422-D105-ED6A-96BA-9409E006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468D85-CAF1-B9EF-332B-B78AD9AF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44DA516-7F03-3CD8-F9F9-197F70A9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610D93-8836-A410-4778-152C4539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50031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940545-0844-DA30-42FD-D7AC674F0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3E7076-30F7-7993-322F-8443CDBA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D5ADD0-F8A4-0070-06A0-1F321ED7E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5389FF-A66C-945D-B9B4-12E819C1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4B7E35-CA10-E35F-F9CD-E7B7100F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3364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D4A5EC-D5DA-10BB-4341-6F3B3FEF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BD15F0-12A3-CBA2-2C9C-42FCC6F53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2A75997-F0E4-C2DF-A5A7-8D9A476E1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5AA74FF-7C7B-A530-D7B3-97D44610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2FA550-57F2-44BC-475F-1DF9DFAD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4800858-0B62-7375-298B-BD2DDFAD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6850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E7EE41-22E7-2096-E1D1-058A8D89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259783-DDCF-11E0-04FE-7B7006B69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D49CC28-ED84-4223-2C61-08D80693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C850094-AA14-0FB2-5CE5-8D5B35F4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98E1232-8865-60DF-006E-E69BBC5EC2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8AD4AFE-8920-3083-BE0E-F3AA957D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3C974BB5-55E3-862D-2EE0-3224CFCB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623E0B9-4029-0615-9ED8-43001202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9457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51ECFB-0FD5-1758-A654-B6816F51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5AA0FAE-BFB0-66B9-205C-0BD471B3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67ACB3B-BAE1-6B3A-72E9-709F34DF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DF50B65-71AC-1612-F068-6D5CC1E9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66841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4ADE235-E1CB-630D-1894-F7CFF635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A4412EF-4EF9-93A1-BC0A-06F6F971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6E100C9-E301-FA1A-CA5C-F36D53C8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0914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B5F940-3E92-0B44-B9BD-6474595D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E59316-DA86-D685-C950-B332DF14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ADC2CAF-1659-C420-7B76-AC495AAEE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3048034-A67D-8621-C64E-583BC523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1FA0A99-C298-587E-7148-F05594FC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C10A67-1F22-1960-61F0-FA7A74E0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71070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2B44D-5632-89BD-C95F-95333D34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1B3C423-F7D5-A202-8BC2-336BD2A10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DE6E000-6DCF-CD8C-7812-3D7AC9E9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6094BE0-435D-51C4-F128-1D86F08B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41AE3A3-C750-3455-2F1A-E91BD3EFD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874D50F-7FC7-CE5C-E76A-F9120061E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04519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DD219E-4B31-96EA-D4DC-98C7C026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17A9E72-B190-4DCF-81F6-7A76AC0E7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6617BF-977F-5273-E458-164055F6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12E1E8-6FD8-94FC-5ACB-74A0DF27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0060F4-B871-B87C-A64A-0DD029F70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0317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62412E3-B9FE-61B2-C87E-0082B45BD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F94CC25-F77E-E4DD-A822-30711AFD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1FECAA-2C7F-C568-B779-B3D19BA0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C5476BE-B011-03D2-49DF-BBE31213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586D29-E7E1-7CEA-01A1-F3B8E871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7142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678D82C-B10F-55FF-B7C2-FFF529DB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60EC657-D86F-2D74-920A-9D731F54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8A4BC6-BDB3-5889-9300-F68DAA802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17293-34EF-4E0F-BC50-B83B8414924A}" type="datetimeFigureOut">
              <a:rPr lang="en-IN" smtClean="0"/>
              <a:pPr/>
              <a:t>21-08-2023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FA9766-E8AB-1172-EF07-854873606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1CFA67-EDDA-92EE-F375-6EEAB9B7D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21BC2-9456-4936-B206-136F7251726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2077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ax/nextmonth-function-dax" TargetMode="External"/><Relationship Id="rId2" Type="http://schemas.openxmlformats.org/officeDocument/2006/relationships/hyperlink" Target="https://learn.microsoft.com/en-us/dax/all-function-dax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en-us/dax/allselected-function-dax" TargetMode="External"/><Relationship Id="rId4" Type="http://schemas.openxmlformats.org/officeDocument/2006/relationships/hyperlink" Target="https://learn.microsoft.com/en-us/dax/allexcept-function-dax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A86D70-28D0-03CC-249F-56754170A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223" y="625876"/>
            <a:ext cx="10981426" cy="47783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Filter F</a:t>
            </a:r>
            <a:r>
              <a:rPr lang="en-US" b="1" dirty="0" smtClean="0"/>
              <a:t>unctions </a:t>
            </a:r>
            <a:r>
              <a:rPr lang="en-US" dirty="0" smtClean="0"/>
              <a:t>D</a:t>
            </a:r>
            <a:r>
              <a:rPr lang="en-US" dirty="0" smtClean="0"/>
              <a:t>AX </a:t>
            </a:r>
            <a:r>
              <a:rPr lang="en-US" dirty="0"/>
              <a:t>Expressions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0FB14C4-5FC1-B885-D626-F9B680DB9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249" y="1600200"/>
            <a:ext cx="11505461" cy="2445589"/>
          </a:xfrm>
        </p:spPr>
        <p:txBody>
          <a:bodyPr>
            <a:norm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The filter </a:t>
            </a:r>
            <a:r>
              <a:rPr lang="en-US" sz="2800" dirty="0" smtClean="0"/>
              <a:t>functions </a:t>
            </a:r>
            <a:r>
              <a:rPr lang="en-US" sz="2800" dirty="0" smtClean="0"/>
              <a:t>in DAX are some of the </a:t>
            </a:r>
            <a:r>
              <a:rPr lang="en-US" sz="2800" b="1" i="1" dirty="0" smtClean="0"/>
              <a:t>most complex and powerful</a:t>
            </a:r>
            <a:r>
              <a:rPr lang="en-US" sz="2800" dirty="0" smtClean="0"/>
              <a:t>, and differ </a:t>
            </a:r>
            <a:r>
              <a:rPr lang="en-US" sz="2800" dirty="0" smtClean="0"/>
              <a:t>from other DAX functions</a:t>
            </a:r>
            <a:r>
              <a:rPr lang="en-US" sz="2800" dirty="0" smtClean="0"/>
              <a:t>. </a:t>
            </a:r>
            <a:endParaRPr lang="en-US" sz="2800" dirty="0" smtClean="0"/>
          </a:p>
          <a:p>
            <a:pPr algn="just">
              <a:buFont typeface="Arial" pitchFamily="34" charset="0"/>
              <a:buChar char="•"/>
            </a:pPr>
            <a:r>
              <a:rPr lang="en-US" sz="2800" dirty="0" smtClean="0"/>
              <a:t>Lookup </a:t>
            </a:r>
            <a:r>
              <a:rPr lang="en-US" sz="2800" dirty="0" smtClean="0"/>
              <a:t>functions work by </a:t>
            </a:r>
            <a:r>
              <a:rPr lang="en-US" sz="2800" b="1" i="1" dirty="0" smtClean="0"/>
              <a:t>using tables and relationships, like a </a:t>
            </a:r>
            <a:r>
              <a:rPr lang="en-US" sz="2800" b="1" i="1" dirty="0" smtClean="0"/>
              <a:t>database</a:t>
            </a:r>
            <a:r>
              <a:rPr lang="en-US" sz="2800" dirty="0" smtClean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b="1" dirty="0" smtClean="0"/>
              <a:t>Manipulate </a:t>
            </a:r>
            <a:r>
              <a:rPr lang="en-US" sz="2800" b="1" dirty="0" smtClean="0"/>
              <a:t>data </a:t>
            </a:r>
            <a:r>
              <a:rPr lang="en-US" sz="2800" dirty="0" smtClean="0"/>
              <a:t>context to </a:t>
            </a:r>
            <a:r>
              <a:rPr lang="en-US" sz="2800" b="1" i="1" dirty="0" smtClean="0"/>
              <a:t>create dynamic calculations</a:t>
            </a:r>
            <a:r>
              <a:rPr lang="en-US" sz="2800" dirty="0" smtClean="0"/>
              <a:t>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xmlns="" val="230203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8740" y="806920"/>
          <a:ext cx="11179835" cy="5314850"/>
        </p:xfrm>
        <a:graphic>
          <a:graphicData uri="http://schemas.openxmlformats.org/drawingml/2006/table">
            <a:tbl>
              <a:tblPr firstRow="1" bandCol="1">
                <a:tableStyleId>{69012ECD-51FC-41F1-AA8D-1B2483CD663E}</a:tableStyleId>
              </a:tblPr>
              <a:tblGrid>
                <a:gridCol w="3020325"/>
                <a:gridCol w="8159510"/>
              </a:tblGrid>
              <a:tr h="183295"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/>
                        <a:t>Function</a:t>
                      </a:r>
                      <a:endParaRPr lang="en-US" sz="3200" b="1" dirty="0"/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/>
                        <a:t>Description</a:t>
                      </a:r>
                      <a:endParaRPr lang="en-US" sz="3200" b="1" dirty="0"/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35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sng" kern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2"/>
                        </a:rPr>
                        <a:t>ALL</a:t>
                      </a:r>
                      <a:endParaRPr lang="en-US" sz="2400" b="1" u="sng" kern="120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/>
                        <a:t>Returns all the rows in a table, or all the values in a column, ignoring any filters that might have been applied.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85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sng" kern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4"/>
                        </a:rPr>
                        <a:t>ALLEXCEPT</a:t>
                      </a:r>
                      <a:endParaRPr lang="en-US" sz="2400" b="1" u="sng" kern="120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/>
                        <a:t>Removes all context filters in the table except filters that have been applied to the specified columns.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35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sng" kern="12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linkClick r:id="rId5"/>
                        </a:rPr>
                        <a:t>ALLSELECTED</a:t>
                      </a:r>
                      <a:endParaRPr lang="en-US" sz="2400" b="1" u="sng" kern="1200" dirty="0" smtClean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/>
                        <a:t>Removes context filters from columns and rows in the current query, while retaining all other context filters or explicit filters.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35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sng" kern="1200" dirty="0" smtClean="0">
                          <a:hlinkClick r:id="rId5"/>
                        </a:rPr>
                        <a:t>FILTER</a:t>
                      </a:r>
                    </a:p>
                    <a:p>
                      <a:pPr algn="l" fontAlgn="t"/>
                      <a:r>
                        <a:rPr lang="en-US" sz="1800" kern="1200" dirty="0" smtClean="0"/>
                        <a:t>FILTER(&lt;table&gt;,&lt;filter&gt;) </a:t>
                      </a:r>
                      <a:endParaRPr lang="en-US" sz="2400" b="1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 smtClean="0"/>
                        <a:t>Returns a table that represents a subset of another table or expression.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35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sng" kern="1200" dirty="0" smtClean="0">
                          <a:hlinkClick r:id="rId5"/>
                        </a:rPr>
                        <a:t>KEEPFILTERS</a:t>
                      </a:r>
                    </a:p>
                    <a:p>
                      <a:pPr algn="l" fontAlgn="t"/>
                      <a:r>
                        <a:rPr lang="en-US" sz="1800" kern="1200" dirty="0" smtClean="0"/>
                        <a:t>KEEPFILTERS(&lt;expression&gt;)</a:t>
                      </a:r>
                      <a:endParaRPr lang="en-US" sz="2400" b="1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 smtClean="0"/>
                        <a:t>KEEPFILTERS within the context CALCULATE and CALCULATETABLE functions, to override the standard behavior of those functions.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350"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sng" kern="1200" dirty="0" smtClean="0">
                          <a:hlinkClick r:id="rId5"/>
                        </a:rPr>
                        <a:t>REMOVEFILTERS</a:t>
                      </a:r>
                    </a:p>
                    <a:p>
                      <a:pPr algn="l" fontAlgn="t"/>
                      <a:r>
                        <a:rPr lang="en-US" sz="1800" kern="1200" dirty="0" smtClean="0"/>
                        <a:t>REMOVEFILTERS([&lt;table&gt; | &lt;column&gt;[, &lt;column&gt;[, &lt;column&gt;[,…]]]])</a:t>
                      </a:r>
                      <a:endParaRPr lang="en-US" sz="2400" b="1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3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 smtClean="0"/>
                        <a:t>REMOVEFILTERS can only be used to clear filters but not to return a table.</a:t>
                      </a:r>
                    </a:p>
                    <a:p>
                      <a:pPr algn="l" fontAlgn="t"/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9470" marR="69470" marT="34735" marB="34735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02030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102" y="690113"/>
            <a:ext cx="9385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Bradley Hand ITC" pitchFamily="66" charset="0"/>
                <a:cs typeface="Times New Roman" pitchFamily="18" charset="0"/>
              </a:rPr>
              <a:t>DYNAMIC TITLE IN VISUALS</a:t>
            </a:r>
            <a:endParaRPr lang="en-US" sz="3600" b="1" dirty="0">
              <a:latin typeface="Bradley Hand ITC" pitchFamily="66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17917" y="1483743"/>
            <a:ext cx="10187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SELECTEDVALUE: </a:t>
            </a:r>
            <a:r>
              <a:rPr lang="en-US" sz="2800" dirty="0" smtClean="0"/>
              <a:t>SELECTEDVALUE</a:t>
            </a:r>
            <a:r>
              <a:rPr lang="en-US" sz="2800" dirty="0" smtClean="0"/>
              <a:t>(&lt;</a:t>
            </a:r>
            <a:r>
              <a:rPr lang="en-US" sz="2800" dirty="0" err="1" smtClean="0"/>
              <a:t>columnName</a:t>
            </a:r>
            <a:r>
              <a:rPr lang="en-US" sz="2800" dirty="0" smtClean="0"/>
              <a:t>&gt;[, &lt;</a:t>
            </a:r>
            <a:r>
              <a:rPr lang="en-US" sz="2800" dirty="0" err="1" smtClean="0"/>
              <a:t>alternateResult</a:t>
            </a:r>
            <a:r>
              <a:rPr lang="en-US" sz="2800" dirty="0" smtClean="0"/>
              <a:t>&gt;]) 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9696" y="2578433"/>
          <a:ext cx="9179858" cy="2072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907791"/>
                <a:gridCol w="7272067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b="1" dirty="0"/>
                        <a:t>Term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800" b="1" dirty="0"/>
                        <a:t>Definition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/>
                        <a:t>Column name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The name of an existing column, using standard DAX syntax. It cannot be an expression.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smtClean="0"/>
                        <a:t>Alternate result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/>
                        <a:t>(Optional) </a:t>
                      </a:r>
                      <a:r>
                        <a:rPr lang="en-US" dirty="0"/>
                        <a:t>The value returned when the context for </a:t>
                      </a:r>
                      <a:r>
                        <a:rPr lang="en-US" dirty="0" err="1"/>
                        <a:t>columnName</a:t>
                      </a:r>
                      <a:r>
                        <a:rPr lang="en-US" dirty="0"/>
                        <a:t> has been filtered down to zero or more than one distinct value. When not provided, the default value is BLANK().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35610" y="2045262"/>
            <a:ext cx="18834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Parameters</a:t>
            </a:r>
            <a:endParaRPr lang="en-US" sz="2800" b="1" dirty="0"/>
          </a:p>
        </p:txBody>
      </p:sp>
      <p:sp>
        <p:nvSpPr>
          <p:cNvPr id="8" name="Rectangle 7"/>
          <p:cNvSpPr/>
          <p:nvPr/>
        </p:nvSpPr>
        <p:spPr>
          <a:xfrm>
            <a:off x="1035171" y="4848045"/>
            <a:ext cx="10429336" cy="923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Return value</a:t>
            </a:r>
          </a:p>
          <a:p>
            <a:r>
              <a:rPr lang="en-US" dirty="0" smtClean="0"/>
              <a:t>The value when the context for </a:t>
            </a:r>
            <a:r>
              <a:rPr lang="en-US" dirty="0" err="1" smtClean="0"/>
              <a:t>columnName</a:t>
            </a:r>
            <a:r>
              <a:rPr lang="en-US" dirty="0" smtClean="0"/>
              <a:t> has been filtered down to one distinct value only. </a:t>
            </a:r>
            <a:endParaRPr lang="en-US" dirty="0" smtClean="0"/>
          </a:p>
          <a:p>
            <a:r>
              <a:rPr lang="en-US" dirty="0" smtClean="0"/>
              <a:t>Else</a:t>
            </a:r>
            <a:r>
              <a:rPr lang="en-US" dirty="0" smtClean="0"/>
              <a:t>, </a:t>
            </a:r>
            <a:r>
              <a:rPr lang="en-US" dirty="0" err="1" smtClean="0"/>
              <a:t>alternateResult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0203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284</Words>
  <Application>Microsoft Office PowerPoint</Application>
  <PresentationFormat>Custom</PresentationFormat>
  <Paragraphs>33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Filter Functions DAX Expressions</vt:lpstr>
      <vt:lpstr>Slide 2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DAX Expressions</dc:title>
  <dc:creator>HP</dc:creator>
  <cp:lastModifiedBy>HP</cp:lastModifiedBy>
  <cp:revision>46</cp:revision>
  <dcterms:created xsi:type="dcterms:W3CDTF">2023-08-11T12:58:01Z</dcterms:created>
  <dcterms:modified xsi:type="dcterms:W3CDTF">2023-08-21T11:10:35Z</dcterms:modified>
</cp:coreProperties>
</file>